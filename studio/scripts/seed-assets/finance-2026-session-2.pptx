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E2BE74"/>
                </a:solidFill>
              </a:rPr>
              <a:t>FINANCE 2026 — 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FFFFFF"/>
                </a:solidFill>
              </a:rPr>
              <a:t>• Valuation basics</a:t>
            </a:r>
          </a:p>
          <a:p>
            <a:r>
              <a:rPr sz="2600">
                <a:solidFill>
                  <a:srgbClr val="FFFFFF"/>
                </a:solidFill>
              </a:rPr>
              <a:t>• Discounted cash flow (DCF)</a:t>
            </a:r>
          </a:p>
          <a:p>
            <a:r>
              <a:rPr sz="2600">
                <a:solidFill>
                  <a:srgbClr val="FFFFFF"/>
                </a:solidFill>
              </a:rPr>
              <a:t>• Comparable companies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BE7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B0B0C"/>
                </a:solidFill>
              </a:rPr>
              <a:t>WHAT IS A DCF?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B0B0C"/>
                </a:solidFill>
              </a:rPr>
              <a:t>• Forecast free cash flows</a:t>
            </a:r>
          </a:p>
          <a:p>
            <a:r>
              <a:rPr sz="2600">
                <a:solidFill>
                  <a:srgbClr val="0B0B0C"/>
                </a:solidFill>
              </a:rPr>
              <a:t>• Discount them at the cost of capital</a:t>
            </a:r>
          </a:p>
          <a:p>
            <a:r>
              <a:rPr sz="2600">
                <a:solidFill>
                  <a:srgbClr val="0B0B0C"/>
                </a:solidFill>
              </a:rPr>
              <a:t>• Add a terminal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E2BE74"/>
                </a:solidFill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FFFFFF"/>
                </a:solidFill>
              </a:rPr>
              <a:t>• Open the practice model</a:t>
            </a:r>
          </a:p>
          <a:p>
            <a:r>
              <a:rPr sz="2600">
                <a:solidFill>
                  <a:srgbClr val="FFFFFF"/>
                </a:solidFill>
              </a:rPr>
              <a:t>• Value the company in 20 minutes</a:t>
            </a:r>
          </a:p>
          <a:p>
            <a:r>
              <a:rPr sz="2600">
                <a:solidFill>
                  <a:srgbClr val="FFFFFF"/>
                </a:solidFill>
              </a:rPr>
              <a:t>• Share your answer with your mentor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